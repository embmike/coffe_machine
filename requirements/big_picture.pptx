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C4E9DA-0BD6-5900-A08A-6343EF73C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1077C87-F7DB-4E2C-A8A0-BEC5FC49AD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5B51EF-7502-1091-93AE-AEC8E213F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30CF22-C790-473F-68A4-7D65B71B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CD0E10-53C6-810C-BB94-B5DBB29D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560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3CCA30-A1EA-91B6-8C45-F86CE4374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331B49-D17D-FED4-F880-277386F71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F732D0-5BF7-0499-C5B5-E911F25A3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46F5489-A408-97E2-FC80-007DFC10A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4308CB-6B38-F6C6-2076-DFA83456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475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57B26-9800-9E18-17DB-9B7EE327A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4A3FB9-ED8D-49FE-A058-B31061FE5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5E1B54-781E-F1BF-9AAD-5DC711E3E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9F42C2-2096-FC93-3FEA-B3AEF997A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DBE478-EC62-5B50-56A0-12535A6F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5832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BBD776-9D56-9F5D-F28A-3E271FDE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5CCDC1-3C11-82F9-1977-1A9510D52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B83B54-9440-7B77-C73F-F15C81FADD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839D6B4-ED29-9AA0-DDE6-997AF249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FC2815-A676-D069-5F5E-4207693CD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106BB1-8439-5071-6CEC-CA30BD4D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877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44294A-E167-AD08-6F93-4535E975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A7437D2-1DAE-4B05-66BE-1B26B6047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444E3B-6643-0249-6C6A-F986861D4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27CFBC5-197C-6D23-55C5-58C73E4C03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09AC89D-AB7B-0006-F97D-BEE191D69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ED19DF9-1EE9-37F6-0E83-C6098E107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33E6407-B6E5-0208-8A9A-82511F99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A63F414-060E-F7DB-C10F-FD649650E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834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19B8B7-67E4-092C-5F5F-10313FDB9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5E32EC0-C856-2C2A-96F9-ABD0B4D7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5D6688-B436-9B60-B230-1AA5F037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7C6F23-E687-AC26-EC24-DBD12F5E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673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595F4E6-1769-A835-5966-53DD0BC5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AF50B98-E224-D16A-02D2-AA96911F8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7F47BD-DC0A-41DE-76D5-CBD44B99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41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9DFB6-4036-0734-49EA-E84AA333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8FCD64-67E2-4D5C-8D30-EA16E8B41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4346EC-9DD7-C15B-A09C-D79B22BB4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FCF69B-0D6B-7B1B-DE46-FDC03903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78AAE9-0464-5990-58F4-C964EA85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122F5F-8AA9-C8DF-6799-4592A12A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632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921489-EAB6-6924-7A9B-9A1C872F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F10FFBD-B12F-CCF2-1556-4863873CA0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D1DCF3-E94C-A60E-F8E1-AFB87EC7B7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8B8CE1-293F-F4C1-9876-1B834560A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5079993-BC8C-43CE-A53B-4BC396470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C5B8FC-CF5F-21CF-D87E-BBD583FD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44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9A721D-9BCC-195E-EB96-C73336B5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B508AC9-8FFE-30BC-36F6-9C74B90B4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7D81C8E-0BD9-DE7B-5E40-B155FF6A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CCBA90-E312-BC47-989E-BDE74504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99ACA9-ED90-E688-68B0-AFF8EB67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300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56BAE18-0B7D-F97B-B51A-3DF86957A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95E216A-C0DD-EE32-B295-FDCFB0666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C5BBCE-875F-CF69-7ED6-1CC28B688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6B81EF-FDC5-4D63-B49E-43B8CAA31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6B5603-A6C2-E1A7-0829-370095CBF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5327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161AAE3-53BF-BF56-F11F-3C07C7A9B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397AFE-54D6-13D6-B967-9A0A17A2B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FB8C72-D562-7111-F9E5-01136086D9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D43CE-A135-4BC4-AFB4-524FC327ACA7}" type="datetimeFigureOut">
              <a:rPr lang="de-DE" smtClean="0"/>
              <a:t>08.04.2026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BB4A66-4AC2-530C-D8A2-5F273D6EA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97DBA1-98A3-750C-9D55-AE82E5AD0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073D9F-5E31-4F16-9788-1B4FE9D2A55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644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5D3513C-99EE-9254-E888-410C77838A47}"/>
              </a:ext>
            </a:extLst>
          </p:cNvPr>
          <p:cNvSpPr txBox="1"/>
          <p:nvPr/>
        </p:nvSpPr>
        <p:spPr>
          <a:xfrm>
            <a:off x="8474033" y="1309533"/>
            <a:ext cx="12570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u="sng" dirty="0"/>
              <a:t>Dateistruktur</a:t>
            </a:r>
            <a:r>
              <a:rPr lang="de-DE" sz="1400" dirty="0"/>
              <a:t>:</a:t>
            </a:r>
          </a:p>
          <a:p>
            <a:pPr marL="285750" indent="-285750">
              <a:buFontTx/>
              <a:buChar char="-"/>
            </a:pPr>
            <a:r>
              <a:rPr lang="de-DE" sz="1400" dirty="0"/>
              <a:t>Core</a:t>
            </a:r>
          </a:p>
          <a:p>
            <a:pPr marL="285750" indent="-285750">
              <a:buFontTx/>
              <a:buChar char="-"/>
            </a:pPr>
            <a:r>
              <a:rPr lang="de-DE" sz="1400" dirty="0"/>
              <a:t>Drivers</a:t>
            </a:r>
          </a:p>
          <a:p>
            <a:pPr marL="285750" indent="-285750">
              <a:buFontTx/>
              <a:buChar char="-"/>
            </a:pPr>
            <a:r>
              <a:rPr lang="de-DE" sz="1400" dirty="0"/>
              <a:t>Board</a:t>
            </a: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FA4A8EB4-4E3F-BB2A-4B6D-BF3A0844D793}"/>
              </a:ext>
            </a:extLst>
          </p:cNvPr>
          <p:cNvGrpSpPr/>
          <p:nvPr/>
        </p:nvGrpSpPr>
        <p:grpSpPr>
          <a:xfrm>
            <a:off x="598792" y="1479566"/>
            <a:ext cx="6984158" cy="5185987"/>
            <a:chOff x="515769" y="1344122"/>
            <a:chExt cx="6984158" cy="5185987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B0F8CB69-F2B2-B683-B14D-9E7A660DDBB4}"/>
                </a:ext>
              </a:extLst>
            </p:cNvPr>
            <p:cNvGrpSpPr/>
            <p:nvPr/>
          </p:nvGrpSpPr>
          <p:grpSpPr>
            <a:xfrm>
              <a:off x="3381592" y="3620655"/>
              <a:ext cx="4118335" cy="1242143"/>
              <a:chOff x="3132210" y="3620655"/>
              <a:chExt cx="4118335" cy="1242143"/>
            </a:xfrm>
          </p:grpSpPr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EA0CB27E-BFB9-C36E-2443-310E8F48DF65}"/>
                  </a:ext>
                </a:extLst>
              </p:cNvPr>
              <p:cNvSpPr/>
              <p:nvPr/>
            </p:nvSpPr>
            <p:spPr>
              <a:xfrm>
                <a:off x="3132210" y="3620655"/>
                <a:ext cx="4118335" cy="1242143"/>
              </a:xfrm>
              <a:prstGeom prst="rect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de-DE" sz="1400" dirty="0"/>
                  <a:t>Bord</a:t>
                </a:r>
              </a:p>
            </p:txBody>
          </p:sp>
          <p:sp>
            <p:nvSpPr>
              <p:cNvPr id="6" name="Rechteck 5">
                <a:extLst>
                  <a:ext uri="{FF2B5EF4-FFF2-40B4-BE49-F238E27FC236}">
                    <a16:creationId xmlns:a16="http://schemas.microsoft.com/office/drawing/2014/main" id="{82BF75B3-37CE-E7E4-EC1E-5E340537E80A}"/>
                  </a:ext>
                </a:extLst>
              </p:cNvPr>
              <p:cNvSpPr/>
              <p:nvPr/>
            </p:nvSpPr>
            <p:spPr>
              <a:xfrm>
                <a:off x="3259544" y="4059774"/>
                <a:ext cx="1826077" cy="567344"/>
              </a:xfrm>
              <a:prstGeom prst="rect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/>
                  <a:t>Display</a:t>
                </a:r>
              </a:p>
            </p:txBody>
          </p:sp>
          <p:sp>
            <p:nvSpPr>
              <p:cNvPr id="7" name="Rechteck 6">
                <a:extLst>
                  <a:ext uri="{FF2B5EF4-FFF2-40B4-BE49-F238E27FC236}">
                    <a16:creationId xmlns:a16="http://schemas.microsoft.com/office/drawing/2014/main" id="{18813E07-6272-2EFD-9C38-0105BE54E07E}"/>
                  </a:ext>
                </a:extLst>
              </p:cNvPr>
              <p:cNvSpPr/>
              <p:nvPr/>
            </p:nvSpPr>
            <p:spPr>
              <a:xfrm>
                <a:off x="5280304" y="4049920"/>
                <a:ext cx="1826077" cy="567343"/>
              </a:xfrm>
              <a:prstGeom prst="rect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 err="1"/>
                  <a:t>Logging</a:t>
                </a:r>
                <a:endParaRPr lang="de-DE" sz="1400" dirty="0"/>
              </a:p>
            </p:txBody>
          </p: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5B85A051-1E55-EC3E-5008-FE817F7430DA}"/>
                </a:ext>
              </a:extLst>
            </p:cNvPr>
            <p:cNvGrpSpPr/>
            <p:nvPr/>
          </p:nvGrpSpPr>
          <p:grpSpPr>
            <a:xfrm>
              <a:off x="515769" y="1397715"/>
              <a:ext cx="2205000" cy="3465083"/>
              <a:chOff x="515769" y="1397715"/>
              <a:chExt cx="2205000" cy="3465083"/>
            </a:xfrm>
          </p:grpSpPr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8CF88874-3EBA-2A3D-CFDD-2DDCD18A5CF6}"/>
                  </a:ext>
                </a:extLst>
              </p:cNvPr>
              <p:cNvSpPr/>
              <p:nvPr/>
            </p:nvSpPr>
            <p:spPr>
              <a:xfrm>
                <a:off x="515769" y="1397715"/>
                <a:ext cx="2205000" cy="346508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de-DE" sz="1400" dirty="0"/>
                  <a:t>Core</a:t>
                </a:r>
              </a:p>
            </p:txBody>
          </p:sp>
          <p:sp>
            <p:nvSpPr>
              <p:cNvPr id="5" name="Rechteck 4">
                <a:extLst>
                  <a:ext uri="{FF2B5EF4-FFF2-40B4-BE49-F238E27FC236}">
                    <a16:creationId xmlns:a16="http://schemas.microsoft.com/office/drawing/2014/main" id="{45575ABC-3AF8-A314-EC4D-111F6595A0A4}"/>
                  </a:ext>
                </a:extLst>
              </p:cNvPr>
              <p:cNvSpPr/>
              <p:nvPr/>
            </p:nvSpPr>
            <p:spPr>
              <a:xfrm>
                <a:off x="662033" y="1844816"/>
                <a:ext cx="1902800" cy="55663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 err="1"/>
                  <a:t>main.h</a:t>
                </a:r>
                <a:r>
                  <a:rPr lang="de-DE" sz="1400" dirty="0"/>
                  <a:t>./c</a:t>
                </a:r>
              </a:p>
            </p:txBody>
          </p:sp>
          <p:sp>
            <p:nvSpPr>
              <p:cNvPr id="12" name="Rechteck 11">
                <a:extLst>
                  <a:ext uri="{FF2B5EF4-FFF2-40B4-BE49-F238E27FC236}">
                    <a16:creationId xmlns:a16="http://schemas.microsoft.com/office/drawing/2014/main" id="{BC8B1650-CF8A-5F0D-0A74-9E0353E06D0F}"/>
                  </a:ext>
                </a:extLst>
              </p:cNvPr>
              <p:cNvSpPr/>
              <p:nvPr/>
            </p:nvSpPr>
            <p:spPr>
              <a:xfrm>
                <a:off x="662032" y="3130257"/>
                <a:ext cx="1902801" cy="148762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/>
                  <a:t>Generierte Treiber</a:t>
                </a:r>
              </a:p>
              <a:p>
                <a:pPr algn="ctr"/>
                <a:r>
                  <a:rPr lang="de-DE" sz="1200" dirty="0"/>
                  <a:t>(STM32CubeMX)</a:t>
                </a:r>
              </a:p>
            </p:txBody>
          </p:sp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611D1A6A-2CAD-C0B9-084A-217B59D6E060}"/>
                </a:ext>
              </a:extLst>
            </p:cNvPr>
            <p:cNvGrpSpPr/>
            <p:nvPr/>
          </p:nvGrpSpPr>
          <p:grpSpPr>
            <a:xfrm>
              <a:off x="515769" y="5416003"/>
              <a:ext cx="2205000" cy="1114106"/>
              <a:chOff x="515769" y="5416003"/>
              <a:chExt cx="2205000" cy="1114106"/>
            </a:xfrm>
          </p:grpSpPr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725184A9-B271-7A2D-E254-B80BB52EB6D6}"/>
                  </a:ext>
                </a:extLst>
              </p:cNvPr>
              <p:cNvSpPr/>
              <p:nvPr/>
            </p:nvSpPr>
            <p:spPr>
              <a:xfrm>
                <a:off x="515769" y="5416003"/>
                <a:ext cx="2205000" cy="1114106"/>
              </a:xfrm>
              <a:prstGeom prst="rect">
                <a:avLst/>
              </a:prstGeom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de-DE" sz="1400" dirty="0"/>
                  <a:t>Drivers</a:t>
                </a:r>
              </a:p>
            </p:txBody>
          </p:sp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CE7B4E45-FD4D-FD9C-A02F-6EC51FAD532A}"/>
                  </a:ext>
                </a:extLst>
              </p:cNvPr>
              <p:cNvSpPr/>
              <p:nvPr/>
            </p:nvSpPr>
            <p:spPr>
              <a:xfrm>
                <a:off x="662032" y="5867840"/>
                <a:ext cx="1902801" cy="53180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/>
                  <a:t>HAL</a:t>
                </a:r>
              </a:p>
            </p:txBody>
          </p:sp>
        </p:grp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B1146B92-099D-E4A5-0FAF-9FB3BF298118}"/>
                </a:ext>
              </a:extLst>
            </p:cNvPr>
            <p:cNvGrpSpPr/>
            <p:nvPr/>
          </p:nvGrpSpPr>
          <p:grpSpPr>
            <a:xfrm>
              <a:off x="3381592" y="1344122"/>
              <a:ext cx="4118335" cy="1327012"/>
              <a:chOff x="3132210" y="1397715"/>
              <a:chExt cx="4118335" cy="1327012"/>
            </a:xfrm>
          </p:grpSpPr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7ADDC0CE-64DA-DBE9-5662-4CF178099E50}"/>
                  </a:ext>
                </a:extLst>
              </p:cNvPr>
              <p:cNvSpPr/>
              <p:nvPr/>
            </p:nvSpPr>
            <p:spPr>
              <a:xfrm>
                <a:off x="3132210" y="1397715"/>
                <a:ext cx="4118335" cy="1327012"/>
              </a:xfrm>
              <a:prstGeom prst="rect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de-DE" sz="1400" dirty="0" err="1"/>
                  <a:t>Application</a:t>
                </a:r>
                <a:endParaRPr lang="de-DE" sz="1400" dirty="0"/>
              </a:p>
            </p:txBody>
          </p:sp>
          <p:sp>
            <p:nvSpPr>
              <p:cNvPr id="15" name="Rechteck 14">
                <a:extLst>
                  <a:ext uri="{FF2B5EF4-FFF2-40B4-BE49-F238E27FC236}">
                    <a16:creationId xmlns:a16="http://schemas.microsoft.com/office/drawing/2014/main" id="{05EBBDD5-AEDF-B057-E315-0BB8B29C6F45}"/>
                  </a:ext>
                </a:extLst>
              </p:cNvPr>
              <p:cNvSpPr/>
              <p:nvPr/>
            </p:nvSpPr>
            <p:spPr>
              <a:xfrm>
                <a:off x="3259544" y="1855478"/>
                <a:ext cx="1826077" cy="561992"/>
              </a:xfrm>
              <a:prstGeom prst="rect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 err="1"/>
                  <a:t>Display_Test</a:t>
                </a:r>
                <a:endParaRPr lang="de-DE" sz="1400" dirty="0"/>
              </a:p>
            </p:txBody>
          </p:sp>
          <p:sp>
            <p:nvSpPr>
              <p:cNvPr id="16" name="Rechteck 15">
                <a:extLst>
                  <a:ext uri="{FF2B5EF4-FFF2-40B4-BE49-F238E27FC236}">
                    <a16:creationId xmlns:a16="http://schemas.microsoft.com/office/drawing/2014/main" id="{E32B0FE3-325F-47E7-BD8F-096A931CD408}"/>
                  </a:ext>
                </a:extLst>
              </p:cNvPr>
              <p:cNvSpPr/>
              <p:nvPr/>
            </p:nvSpPr>
            <p:spPr>
              <a:xfrm>
                <a:off x="5280304" y="1855479"/>
                <a:ext cx="1826077" cy="561992"/>
              </a:xfrm>
              <a:prstGeom prst="rect">
                <a:avLst/>
              </a:prstGeom>
              <a:ln w="381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de-DE" sz="1400" dirty="0" err="1"/>
                  <a:t>Coffe_Machine</a:t>
                </a:r>
                <a:endParaRPr lang="de-DE" sz="1400" dirty="0"/>
              </a:p>
              <a:p>
                <a:pPr algn="ctr"/>
                <a:r>
                  <a:rPr lang="de-DE" sz="1200" dirty="0"/>
                  <a:t>(ohne Funktion)</a:t>
                </a:r>
              </a:p>
            </p:txBody>
          </p:sp>
        </p:grp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071B1734-7B05-4531-741C-91DBDAB55E65}"/>
                </a:ext>
              </a:extLst>
            </p:cNvPr>
            <p:cNvCxnSpPr>
              <a:cxnSpLocks/>
              <a:stCxn id="9" idx="0"/>
              <a:endCxn id="10" idx="2"/>
            </p:cNvCxnSpPr>
            <p:nvPr/>
          </p:nvCxnSpPr>
          <p:spPr>
            <a:xfrm flipV="1">
              <a:off x="5440760" y="2671134"/>
              <a:ext cx="0" cy="949521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1F18A8B9-282C-5F66-E73C-F9BBC2585185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2720769" y="4241727"/>
              <a:ext cx="660823" cy="0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FB74BF00-A8B0-F553-850C-A094235D8B3A}"/>
                </a:ext>
              </a:extLst>
            </p:cNvPr>
            <p:cNvCxnSpPr>
              <a:cxnSpLocks/>
              <a:stCxn id="8" idx="0"/>
              <a:endCxn id="11" idx="2"/>
            </p:cNvCxnSpPr>
            <p:nvPr/>
          </p:nvCxnSpPr>
          <p:spPr>
            <a:xfrm flipV="1">
              <a:off x="1618269" y="4862798"/>
              <a:ext cx="0" cy="553205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241DF50B-2A7E-15CC-52AB-65C38A69FB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80925" y="2096579"/>
              <a:ext cx="800667" cy="0"/>
            </a:xfrm>
            <a:prstGeom prst="line">
              <a:avLst/>
            </a:prstGeom>
            <a:ln w="57150">
              <a:solidFill>
                <a:srgbClr val="92D050"/>
              </a:solidFill>
              <a:prstDash val="sysDash"/>
              <a:head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BCB7BBB-D681-8254-AF4A-08851EBB02B8}"/>
              </a:ext>
            </a:extLst>
          </p:cNvPr>
          <p:cNvCxnSpPr>
            <a:cxnSpLocks/>
          </p:cNvCxnSpPr>
          <p:nvPr/>
        </p:nvCxnSpPr>
        <p:spPr>
          <a:xfrm flipH="1">
            <a:off x="11038712" y="5867840"/>
            <a:ext cx="800667" cy="0"/>
          </a:xfrm>
          <a:prstGeom prst="line">
            <a:avLst/>
          </a:prstGeom>
          <a:ln w="57150">
            <a:solidFill>
              <a:srgbClr val="92D050"/>
            </a:solidFill>
            <a:prstDash val="sysDash"/>
            <a:head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BD44E898-D188-34C1-470A-AEF66B14BB3D}"/>
              </a:ext>
            </a:extLst>
          </p:cNvPr>
          <p:cNvSpPr txBox="1"/>
          <p:nvPr/>
        </p:nvSpPr>
        <p:spPr>
          <a:xfrm>
            <a:off x="8628885" y="5496002"/>
            <a:ext cx="240982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u="sng" dirty="0"/>
              <a:t>Legende</a:t>
            </a:r>
            <a:r>
              <a:rPr lang="de-DE" sz="1400" dirty="0"/>
              <a:t>:</a:t>
            </a:r>
          </a:p>
          <a:p>
            <a:pPr marL="285750" indent="-285750">
              <a:buFontTx/>
              <a:buChar char="-"/>
            </a:pPr>
            <a:r>
              <a:rPr lang="de-DE" sz="1400" dirty="0"/>
              <a:t>Primärer Funktionsaufruf</a:t>
            </a:r>
          </a:p>
          <a:p>
            <a:pPr marL="285750" indent="-285750">
              <a:buFontTx/>
              <a:buChar char="-"/>
            </a:pPr>
            <a:r>
              <a:rPr lang="de-DE" sz="1400" dirty="0"/>
              <a:t>Beziehung</a:t>
            </a:r>
          </a:p>
          <a:p>
            <a:pPr marL="285750" indent="-285750">
              <a:buFontTx/>
              <a:buChar char="-"/>
            </a:pPr>
            <a:endParaRPr lang="de-DE" sz="1400" dirty="0"/>
          </a:p>
          <a:p>
            <a:pPr marL="285750" indent="-285750">
              <a:buFontTx/>
              <a:buChar char="-"/>
            </a:pPr>
            <a:r>
              <a:rPr lang="de-DE" sz="1400" dirty="0"/>
              <a:t>Klasse / Struktur</a:t>
            </a:r>
          </a:p>
        </p:txBody>
      </p: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D8C164ED-C514-6B03-E809-E7CCDAC78863}"/>
              </a:ext>
            </a:extLst>
          </p:cNvPr>
          <p:cNvCxnSpPr>
            <a:cxnSpLocks/>
          </p:cNvCxnSpPr>
          <p:nvPr/>
        </p:nvCxnSpPr>
        <p:spPr>
          <a:xfrm flipH="1">
            <a:off x="11111345" y="6133744"/>
            <a:ext cx="706391" cy="0"/>
          </a:xfrm>
          <a:prstGeom prst="line">
            <a:avLst/>
          </a:prstGeom>
          <a:ln w="57150">
            <a:solidFill>
              <a:srgbClr val="FF0000"/>
            </a:solidFill>
            <a:head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Rechteck 43">
            <a:extLst>
              <a:ext uri="{FF2B5EF4-FFF2-40B4-BE49-F238E27FC236}">
                <a16:creationId xmlns:a16="http://schemas.microsoft.com/office/drawing/2014/main" id="{10D20A39-005B-D565-2CA3-CB07C252FCDD}"/>
              </a:ext>
            </a:extLst>
          </p:cNvPr>
          <p:cNvSpPr/>
          <p:nvPr/>
        </p:nvSpPr>
        <p:spPr>
          <a:xfrm>
            <a:off x="10813969" y="6379394"/>
            <a:ext cx="1025410" cy="301430"/>
          </a:xfrm>
          <a:prstGeom prst="rect">
            <a:avLst/>
          </a:prstGeom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400" dirty="0"/>
              <a:t>Display</a:t>
            </a: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73224268-EE3C-6477-1362-2256BB657241}"/>
              </a:ext>
            </a:extLst>
          </p:cNvPr>
          <p:cNvSpPr txBox="1"/>
          <p:nvPr/>
        </p:nvSpPr>
        <p:spPr>
          <a:xfrm>
            <a:off x="480291" y="435025"/>
            <a:ext cx="17457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/>
              <a:t>Big Picture </a:t>
            </a: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0DEE948C-B3F4-F71D-7B2A-BF9B6E149E2D}"/>
              </a:ext>
            </a:extLst>
          </p:cNvPr>
          <p:cNvSpPr txBox="1"/>
          <p:nvPr/>
        </p:nvSpPr>
        <p:spPr>
          <a:xfrm>
            <a:off x="8474033" y="2801992"/>
            <a:ext cx="249933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u="sng" dirty="0"/>
              <a:t>Klassen- und Objektstruktur</a:t>
            </a:r>
            <a:r>
              <a:rPr lang="de-DE" sz="1400" dirty="0"/>
              <a:t>:</a:t>
            </a:r>
          </a:p>
          <a:p>
            <a:pPr marL="285750" indent="-285750">
              <a:buFontTx/>
              <a:buChar char="-"/>
            </a:pPr>
            <a:r>
              <a:rPr lang="de-DE" sz="1400" dirty="0"/>
              <a:t>Core</a:t>
            </a:r>
          </a:p>
          <a:p>
            <a:pPr marL="285750" indent="-285750">
              <a:buFontTx/>
              <a:buChar char="-"/>
            </a:pPr>
            <a:r>
              <a:rPr lang="de-DE" sz="1400" dirty="0"/>
              <a:t>Drivers</a:t>
            </a:r>
          </a:p>
          <a:p>
            <a:pPr marL="285750" indent="-285750">
              <a:buFontTx/>
              <a:buChar char="-"/>
            </a:pPr>
            <a:r>
              <a:rPr lang="de-DE" sz="1400" dirty="0"/>
              <a:t>Board</a:t>
            </a:r>
          </a:p>
        </p:txBody>
      </p:sp>
    </p:spTree>
    <p:extLst>
      <p:ext uri="{BB962C8B-B14F-4D97-AF65-F5344CB8AC3E}">
        <p14:creationId xmlns:p14="http://schemas.microsoft.com/office/powerpoint/2010/main" val="3328748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Breitbild</PresentationFormat>
  <Paragraphs>28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Mike Netz</dc:creator>
  <cp:lastModifiedBy>Mike Netz</cp:lastModifiedBy>
  <cp:revision>1</cp:revision>
  <dcterms:created xsi:type="dcterms:W3CDTF">2026-04-08T15:41:08Z</dcterms:created>
  <dcterms:modified xsi:type="dcterms:W3CDTF">2026-04-08T16:42:14Z</dcterms:modified>
</cp:coreProperties>
</file>